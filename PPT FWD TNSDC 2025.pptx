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4" r:id="rId9"/>
    <p:sldId id="269" r:id="rId10"/>
    <p:sldId id="263" r:id="rId11"/>
    <p:sldId id="270" r:id="rId12"/>
    <p:sldId id="271" r:id="rId13"/>
    <p:sldId id="265" r:id="rId1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80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19-09-2025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9/19/2025</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9/19/2025</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9/19/2025</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theme" Target="../theme/theme1.xml" /><Relationship Id="rId5" Type="http://schemas.openxmlformats.org/officeDocument/2006/relationships/slideLayout" Target="../slideLayouts/slideLayout5.xml" /><Relationship Id="rId4" Type="http://schemas.openxmlformats.org/officeDocument/2006/relationships/slideLayout" Target="../slideLayouts/slideLayout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9/19/2025</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4.xml"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3.png" /><Relationship Id="rId1" Type="http://schemas.openxmlformats.org/officeDocument/2006/relationships/slideLayout" Target="../slideLayouts/slideLayout4.xml" /><Relationship Id="rId4" Type="http://schemas.openxmlformats.org/officeDocument/2006/relationships/image" Target="../media/image4.jpg"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5.png" /><Relationship Id="rId1" Type="http://schemas.openxmlformats.org/officeDocument/2006/relationships/slideLayout" Target="../slideLayouts/slideLayout4.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6.png" /><Relationship Id="rId1" Type="http://schemas.openxmlformats.org/officeDocument/2006/relationships/slideLayout" Target="../slideLayouts/slideLayout4.xml" /></Relationships>
</file>

<file path=ppt/slides/_rels/slide6.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4.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image" Target="../media/image8.jpg" /><Relationship Id="rId1" Type="http://schemas.openxmlformats.org/officeDocument/2006/relationships/slideLayout" Target="../slideLayouts/slideLayout4.xml" /></Relationships>
</file>

<file path=ppt/slides/_rels/slide8.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standalone="yes"?>
<Relationships xmlns="http://schemas.openxmlformats.org/package/2006/relationships"><Relationship Id="rId2" Type="http://schemas.openxmlformats.org/officeDocument/2006/relationships/image" Target="../media/image10.jpg" /><Relationship Id="rId1" Type="http://schemas.openxmlformats.org/officeDocument/2006/relationships/slideLayout" Target="../slideLayouts/slideLayout4.xml" /></Relationships>
</file>

<file path=ppt/slides/_rels/slide11.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4.xml" /></Relationships>
</file>

<file path=ppt/slides/_rels/slide12.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4.xml" /></Relationships>
</file>

<file path=ppt/slides/_rels/slide13.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1523999" y="19665"/>
            <a:ext cx="7629525" cy="1001556"/>
          </a:xfrm>
          <a:prstGeom prst="rect">
            <a:avLst/>
          </a:prstGeom>
        </p:spPr>
        <p:txBody>
          <a:bodyPr vert="horz" wrap="square" lIns="0" tIns="16510" rIns="0" bIns="0" rtlCol="0">
            <a:spAutoFit/>
          </a:bodyPr>
          <a:lstStyle/>
          <a:p>
            <a:pPr marL="3213735">
              <a:spcBef>
                <a:spcPts val="130"/>
              </a:spcBef>
            </a:pPr>
            <a:r>
              <a:rPr lang="en-US" b="1" i="0" dirty="0">
                <a:solidFill>
                  <a:srgbClr val="0F0F0F"/>
                </a:solidFill>
                <a:effectLst/>
                <a:latin typeface="Times New Roman" panose="02020603050405020304" pitchFamily="18" charset="0"/>
                <a:cs typeface="Times New Roman" panose="02020603050405020304" pitchFamily="18" charset="0"/>
              </a:rPr>
              <a:t>Digital Portfolio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0" name="TextBox 9">
            <a:extLst>
              <a:ext uri="{FF2B5EF4-FFF2-40B4-BE49-F238E27FC236}">
                <a16:creationId xmlns:a16="http://schemas.microsoft.com/office/drawing/2014/main" id="{C156B4BC-7C97-F5F6-F294-91FAC8C571B1}"/>
              </a:ext>
            </a:extLst>
          </p:cNvPr>
          <p:cNvSpPr txBox="1"/>
          <p:nvPr/>
        </p:nvSpPr>
        <p:spPr>
          <a:xfrm>
            <a:off x="1524000" y="2493404"/>
            <a:ext cx="9233648" cy="2677656"/>
          </a:xfrm>
          <a:prstGeom prst="rect">
            <a:avLst/>
          </a:prstGeom>
          <a:noFill/>
        </p:spPr>
        <p:txBody>
          <a:bodyPr wrap="square" lIns="91440" tIns="45720" rIns="91440" bIns="45720" rtlCol="0" anchor="t">
            <a:spAutoFit/>
          </a:bodyPr>
          <a:lstStyle/>
          <a:p>
            <a:r>
              <a:rPr lang="en-US" sz="2400" dirty="0"/>
              <a:t>STUDENT NAME: </a:t>
            </a:r>
            <a:r>
              <a:rPr lang="en-GB" sz="2400" dirty="0"/>
              <a:t>ANBAZHAGAN.S</a:t>
            </a:r>
            <a:endParaRPr lang="en-US" sz="2400" dirty="0"/>
          </a:p>
          <a:p>
            <a:r>
              <a:rPr lang="en-US" sz="2400" dirty="0"/>
              <a:t>REGISTER NO AND NMID: </a:t>
            </a:r>
            <a:r>
              <a:rPr lang="en-GB" sz="2400" dirty="0"/>
              <a:t>20124U09001,20120124U09001</a:t>
            </a:r>
            <a:endParaRPr lang="en-US" sz="2400" dirty="0">
              <a:cs typeface="Calibri"/>
            </a:endParaRPr>
          </a:p>
          <a:p>
            <a:r>
              <a:rPr lang="en-US" sz="2400" dirty="0"/>
              <a:t>DEPARTMENT: </a:t>
            </a:r>
            <a:r>
              <a:rPr lang="en-GB" sz="2400" dirty="0"/>
              <a:t>BCA</a:t>
            </a:r>
            <a:endParaRPr lang="en-US" sz="2400" dirty="0"/>
          </a:p>
          <a:p>
            <a:r>
              <a:rPr lang="en-US" sz="2400" dirty="0"/>
              <a:t>COLLEGE: </a:t>
            </a:r>
            <a:r>
              <a:rPr lang="en-GB" sz="2400" dirty="0"/>
              <a:t>ARIGNAR ANNA GOVT ARTS COLLEGE/THIRUVALLUVAR UNIVERSITY</a:t>
            </a:r>
            <a:endParaRPr lang="en-US" sz="2400" dirty="0"/>
          </a:p>
          <a:p>
            <a:r>
              <a:rPr lang="en-US" sz="2400" dirty="0"/>
              <a:t>           </a:t>
            </a:r>
            <a:endParaRPr lang="en-GB" sz="2400" dirty="0"/>
          </a:p>
          <a:p>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652746"/>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lang="en-GB" b="1" dirty="0">
              <a:latin typeface="Times New Roman" panose="02020603050405020304" pitchFamily="18" charset="0"/>
              <a:cs typeface="Times New Roman" panose="02020603050405020304" pitchFamily="18" charset="0"/>
            </a:endParaRPr>
          </a:p>
          <a:p>
            <a:r>
              <a:rPr lang="en-GB" b="1" dirty="0">
                <a:latin typeface="Times New Roman" panose="02020603050405020304" pitchFamily="18" charset="0"/>
                <a:cs typeface="Times New Roman" panose="02020603050405020304" pitchFamily="18" charset="0"/>
              </a:rPr>
              <a:t>STUDENT DIGITAL PORTFOLIO </a:t>
            </a:r>
            <a:endParaRPr b="1"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id="{D0827FA3-A9D4-0FE5-45BE-664C8C920E82}"/>
              </a:ext>
            </a:extLst>
          </p:cNvPr>
          <p:cNvSpPr txBox="1"/>
          <p:nvPr/>
        </p:nvSpPr>
        <p:spPr>
          <a:xfrm>
            <a:off x="2509807" y="1041533"/>
            <a:ext cx="5029200" cy="4832092"/>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Tools and Technologies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Features and Functionality</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Screenshots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lang="en-US" sz="2800" dirty="0" err="1">
                <a:solidFill>
                  <a:srgbClr val="0D0D0D"/>
                </a:solidFill>
                <a:latin typeface="Times New Roman" panose="02020603050405020304" pitchFamily="18" charset="0"/>
                <a:cs typeface="Times New Roman" panose="02020603050405020304" pitchFamily="18" charset="0"/>
              </a:rPr>
              <a:t>Github</a:t>
            </a:r>
            <a:r>
              <a:rPr lang="en-US" sz="2800" dirty="0">
                <a:solidFill>
                  <a:srgbClr val="0D0D0D"/>
                </a:solidFill>
                <a:latin typeface="Times New Roman" panose="02020603050405020304" pitchFamily="18" charset="0"/>
                <a:cs typeface="Times New Roman" panose="02020603050405020304" pitchFamily="18" charset="0"/>
              </a:rPr>
              <a:t> Link</a:t>
            </a: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11" name="TextBox 10">
            <a:extLst>
              <a:ext uri="{FF2B5EF4-FFF2-40B4-BE49-F238E27FC236}">
                <a16:creationId xmlns:a16="http://schemas.microsoft.com/office/drawing/2014/main" id="{169EF5A8-B1D9-D8F4-BC41-C362FF8F6C90}"/>
              </a:ext>
            </a:extLst>
          </p:cNvPr>
          <p:cNvSpPr txBox="1"/>
          <p:nvPr/>
        </p:nvSpPr>
        <p:spPr>
          <a:xfrm>
            <a:off x="834072" y="2203823"/>
            <a:ext cx="7981222" cy="1477328"/>
          </a:xfrm>
          <a:prstGeom prst="rect">
            <a:avLst/>
          </a:prstGeom>
          <a:noFill/>
        </p:spPr>
        <p:txBody>
          <a:bodyPr wrap="square">
            <a:spAutoFit/>
          </a:bodyPr>
          <a:lstStyle/>
          <a:p>
            <a:r>
              <a:rPr lang="en-US"/>
              <a:t>Traditional resumes are static and text-based. They do not effectively showcase a student’s technical skills, projects, and creativity in an interactive way.There is a need for a dynamic, user-friendly portfolio website that highlights a student’s personal details, academic background, projects, and achievements with modern web technologies.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11" name="TextBox 10">
            <a:extLst>
              <a:ext uri="{FF2B5EF4-FFF2-40B4-BE49-F238E27FC236}">
                <a16:creationId xmlns:a16="http://schemas.microsoft.com/office/drawing/2014/main" id="{D6C33F1A-1A78-02D7-FF82-5A59CCA862C0}"/>
              </a:ext>
            </a:extLst>
          </p:cNvPr>
          <p:cNvSpPr txBox="1"/>
          <p:nvPr/>
        </p:nvSpPr>
        <p:spPr>
          <a:xfrm>
            <a:off x="739775" y="2019300"/>
            <a:ext cx="8449049" cy="1477328"/>
          </a:xfrm>
          <a:prstGeom prst="rect">
            <a:avLst/>
          </a:prstGeom>
          <a:noFill/>
        </p:spPr>
        <p:txBody>
          <a:bodyPr wrap="square">
            <a:spAutoFit/>
          </a:bodyPr>
          <a:lstStyle/>
          <a:p>
            <a:r>
              <a:rPr lang="en-US"/>
              <a:t>This project focuses on developing a Digital Portfolio Website that represents a student’s professional and academic profile.The portfolio contains sections like About Me, Projects, Skills, Resume, and Contact.Using JavaScript, the portfolio includes interactive features like a typing effect, dark mode, form validation, and project image slideshows, making it engaging and attractive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9" name="TextBox 8">
            <a:extLst>
              <a:ext uri="{FF2B5EF4-FFF2-40B4-BE49-F238E27FC236}">
                <a16:creationId xmlns:a16="http://schemas.microsoft.com/office/drawing/2014/main" id="{84640ADA-E772-C3A1-4689-BE97ACA86C9C}"/>
              </a:ext>
            </a:extLst>
          </p:cNvPr>
          <p:cNvSpPr txBox="1"/>
          <p:nvPr/>
        </p:nvSpPr>
        <p:spPr>
          <a:xfrm>
            <a:off x="699452" y="2019300"/>
            <a:ext cx="8461357" cy="2031325"/>
          </a:xfrm>
          <a:prstGeom prst="rect">
            <a:avLst/>
          </a:prstGeom>
          <a:noFill/>
        </p:spPr>
        <p:txBody>
          <a:bodyPr wrap="square">
            <a:spAutoFit/>
          </a:bodyPr>
          <a:lstStyle/>
          <a:p>
            <a:r>
              <a:rPr lang="en-US"/>
              <a:t>Students → To showcase their skills and projects for placement.</a:t>
            </a:r>
            <a:endParaRPr lang="en-GB"/>
          </a:p>
          <a:p>
            <a:endParaRPr lang="en-GB"/>
          </a:p>
          <a:p>
            <a:r>
              <a:rPr lang="en-US"/>
              <a:t>Recruiters / Employers → To evaluate a candidate’s technical profile.</a:t>
            </a:r>
            <a:endParaRPr lang="en-GB"/>
          </a:p>
          <a:p>
            <a:endParaRPr lang="en-GB"/>
          </a:p>
          <a:p>
            <a:r>
              <a:rPr lang="en-US"/>
              <a:t>Teachers / Mentors → To track and review student projects.</a:t>
            </a:r>
            <a:endParaRPr lang="en-GB"/>
          </a:p>
          <a:p>
            <a:endParaRPr lang="en-GB"/>
          </a:p>
          <a:p>
            <a:r>
              <a:rPr lang="en-US"/>
              <a:t>General Audience → Anyone interested in learning more about the student.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lang="en-IN" sz="3600" spc="10" dirty="0"/>
              <a:t>TOOLS AND TECHNIQUES</a:t>
            </a:r>
            <a:endParaRPr sz="36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10" name="TextBox 9">
            <a:extLst>
              <a:ext uri="{FF2B5EF4-FFF2-40B4-BE49-F238E27FC236}">
                <a16:creationId xmlns:a16="http://schemas.microsoft.com/office/drawing/2014/main" id="{026DC744-928E-99C7-2230-5D5215A4744A}"/>
              </a:ext>
            </a:extLst>
          </p:cNvPr>
          <p:cNvSpPr txBox="1"/>
          <p:nvPr/>
        </p:nvSpPr>
        <p:spPr>
          <a:xfrm>
            <a:off x="3175000" y="1695450"/>
            <a:ext cx="7022353" cy="3139321"/>
          </a:xfrm>
          <a:prstGeom prst="rect">
            <a:avLst/>
          </a:prstGeom>
          <a:noFill/>
        </p:spPr>
        <p:txBody>
          <a:bodyPr wrap="square">
            <a:spAutoFit/>
          </a:bodyPr>
          <a:lstStyle/>
          <a:p>
            <a:r>
              <a:rPr lang="en-US"/>
              <a:t>HTML5 → Structure of the website</a:t>
            </a:r>
            <a:endParaRPr lang="en-GB"/>
          </a:p>
          <a:p>
            <a:endParaRPr lang="en-GB"/>
          </a:p>
          <a:p>
            <a:r>
              <a:rPr lang="en-US"/>
              <a:t>CSS3 → Styling and layout design</a:t>
            </a:r>
            <a:endParaRPr lang="en-GB"/>
          </a:p>
          <a:p>
            <a:endParaRPr lang="en-GB"/>
          </a:p>
          <a:p>
            <a:r>
              <a:rPr lang="en-US"/>
              <a:t>JavaScript (ES6) → Interactivity and functionality</a:t>
            </a:r>
            <a:endParaRPr lang="en-GB"/>
          </a:p>
          <a:p>
            <a:endParaRPr lang="en-GB"/>
          </a:p>
          <a:p>
            <a:r>
              <a:rPr lang="en-US"/>
              <a:t>GitHub Pages → Hosting the website online</a:t>
            </a:r>
            <a:endParaRPr lang="en-GB"/>
          </a:p>
          <a:p>
            <a:endParaRPr lang="en-GB"/>
          </a:p>
          <a:p>
            <a:r>
              <a:rPr lang="en-US"/>
              <a:t>VS Code → Code editor</a:t>
            </a:r>
            <a:endParaRPr lang="en-GB"/>
          </a:p>
          <a:p>
            <a:endParaRPr lang="en-GB"/>
          </a:p>
          <a:p>
            <a:r>
              <a:rPr lang="en-US"/>
              <a:t>Browser DevTools → Debugging and testing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8</a:t>
            </a:fld>
            <a:endParaRPr sz="1100">
              <a:latin typeface="Trebuchet MS"/>
              <a:cs typeface="Trebuchet MS"/>
            </a:endParaRPr>
          </a:p>
        </p:txBody>
      </p:sp>
      <p:sp>
        <p:nvSpPr>
          <p:cNvPr id="8" name="object 8"/>
          <p:cNvSpPr txBox="1"/>
          <p:nvPr/>
        </p:nvSpPr>
        <p:spPr>
          <a:xfrm>
            <a:off x="739775" y="291147"/>
            <a:ext cx="8794750" cy="629018"/>
          </a:xfrm>
          <a:prstGeom prst="rect">
            <a:avLst/>
          </a:prstGeom>
        </p:spPr>
        <p:txBody>
          <a:bodyPr vert="horz" wrap="square" lIns="0" tIns="13335" rIns="0" bIns="0" rtlCol="0">
            <a:spAutoFit/>
          </a:bodyPr>
          <a:lstStyle/>
          <a:p>
            <a:pPr marL="12700">
              <a:lnSpc>
                <a:spcPct val="100000"/>
              </a:lnSpc>
              <a:spcBef>
                <a:spcPts val="105"/>
              </a:spcBef>
            </a:pPr>
            <a:r>
              <a:rPr lang="en-IN" sz="4000" b="1" spc="15" dirty="0">
                <a:latin typeface="Trebuchet MS"/>
                <a:cs typeface="Trebuchet MS"/>
              </a:rPr>
              <a:t>POTFOLIO DESIGN AND LAYOUT</a:t>
            </a:r>
            <a:endParaRPr sz="4000" dirty="0">
              <a:latin typeface="Trebuchet MS"/>
              <a:cs typeface="Trebuchet MS"/>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TextBox 2">
            <a:extLst>
              <a:ext uri="{FF2B5EF4-FFF2-40B4-BE49-F238E27FC236}">
                <a16:creationId xmlns:a16="http://schemas.microsoft.com/office/drawing/2014/main" id="{3038F2AD-1E2D-727B-FFE5-DCDEC210EE3A}"/>
              </a:ext>
            </a:extLst>
          </p:cNvPr>
          <p:cNvSpPr txBox="1"/>
          <p:nvPr/>
        </p:nvSpPr>
        <p:spPr>
          <a:xfrm>
            <a:off x="739775" y="1568824"/>
            <a:ext cx="8421034" cy="3416320"/>
          </a:xfrm>
          <a:prstGeom prst="rect">
            <a:avLst/>
          </a:prstGeom>
          <a:noFill/>
        </p:spPr>
        <p:txBody>
          <a:bodyPr wrap="square">
            <a:spAutoFit/>
          </a:bodyPr>
          <a:lstStyle/>
          <a:p>
            <a:r>
              <a:rPr lang="en-US"/>
              <a:t>Header / Navbar → Navigation links (Home, </a:t>
            </a:r>
            <a:endParaRPr lang="en-GB"/>
          </a:p>
          <a:p>
            <a:r>
              <a:rPr lang="en-US"/>
              <a:t>About, Projects, Contact)</a:t>
            </a:r>
            <a:endParaRPr lang="en-GB"/>
          </a:p>
          <a:p>
            <a:r>
              <a:rPr lang="en-US"/>
              <a:t>Home Section → Introduction with typing </a:t>
            </a:r>
            <a:endParaRPr lang="en-GB"/>
          </a:p>
          <a:p>
            <a:r>
              <a:rPr lang="en-US"/>
              <a:t>Effect</a:t>
            </a:r>
            <a:endParaRPr lang="en-GB"/>
          </a:p>
          <a:p>
            <a:r>
              <a:rPr lang="en-US"/>
              <a:t>About Section → Academic details, skills, and</a:t>
            </a:r>
            <a:endParaRPr lang="en-GB"/>
          </a:p>
          <a:p>
            <a:r>
              <a:rPr lang="en-US"/>
              <a:t> interests</a:t>
            </a:r>
            <a:endParaRPr lang="en-GB"/>
          </a:p>
          <a:p>
            <a:r>
              <a:rPr lang="en-US"/>
              <a:t>Projects Section → Showcasing projects with </a:t>
            </a:r>
            <a:endParaRPr lang="en-GB"/>
          </a:p>
          <a:p>
            <a:r>
              <a:rPr lang="en-US"/>
              <a:t>screenshots and descriptions</a:t>
            </a:r>
            <a:endParaRPr lang="en-GB"/>
          </a:p>
          <a:p>
            <a:r>
              <a:rPr lang="en-US"/>
              <a:t>Resume Section → Download CV button</a:t>
            </a:r>
            <a:endParaRPr lang="en-GB"/>
          </a:p>
          <a:p>
            <a:r>
              <a:rPr lang="en-US"/>
              <a:t>Contact Section → Form with validation </a:t>
            </a:r>
            <a:endParaRPr lang="en-GB"/>
          </a:p>
          <a:p>
            <a:r>
              <a:rPr lang="en-US"/>
              <a:t>(Name, Email, Message)</a:t>
            </a:r>
            <a:endParaRPr lang="en-GB"/>
          </a:p>
          <a:p>
            <a:r>
              <a:rPr lang="en-US"/>
              <a:t>Footer → Social media and GitHub links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195E-16D6-79D8-7A9F-F8EB1FE9E212}"/>
              </a:ext>
            </a:extLst>
          </p:cNvPr>
          <p:cNvSpPr>
            <a:spLocks noGrp="1"/>
          </p:cNvSpPr>
          <p:nvPr>
            <p:ph type="title"/>
          </p:nvPr>
        </p:nvSpPr>
        <p:spPr/>
        <p:txBody>
          <a:bodyPr/>
          <a:lstStyle/>
          <a:p>
            <a:r>
              <a:rPr lang="en-IN" dirty="0"/>
              <a:t>FEATURES AND FUNCTIONALITY</a:t>
            </a:r>
          </a:p>
        </p:txBody>
      </p:sp>
      <p:sp>
        <p:nvSpPr>
          <p:cNvPr id="4" name="TextBox 3">
            <a:extLst>
              <a:ext uri="{FF2B5EF4-FFF2-40B4-BE49-F238E27FC236}">
                <a16:creationId xmlns:a16="http://schemas.microsoft.com/office/drawing/2014/main" id="{4B8C2A0F-F7D4-E939-118C-D3DF0BFF5889}"/>
              </a:ext>
            </a:extLst>
          </p:cNvPr>
          <p:cNvSpPr txBox="1"/>
          <p:nvPr/>
        </p:nvSpPr>
        <p:spPr>
          <a:xfrm>
            <a:off x="755332" y="1143634"/>
            <a:ext cx="8741653" cy="3970318"/>
          </a:xfrm>
          <a:prstGeom prst="rect">
            <a:avLst/>
          </a:prstGeom>
          <a:noFill/>
        </p:spPr>
        <p:txBody>
          <a:bodyPr wrap="square">
            <a:spAutoFit/>
          </a:bodyPr>
          <a:lstStyle/>
          <a:p>
            <a:r>
              <a:rPr lang="en-US"/>
              <a:t>✅ Responsive Design – Works on mobile,</a:t>
            </a:r>
            <a:endParaRPr lang="en-GB"/>
          </a:p>
          <a:p>
            <a:r>
              <a:rPr lang="en-US"/>
              <a:t> tablet, and desktop</a:t>
            </a:r>
            <a:endParaRPr lang="en-GB"/>
          </a:p>
          <a:p>
            <a:r>
              <a:rPr lang="en-US"/>
              <a:t>✅ Typing Effect – Dynamic intro text using </a:t>
            </a:r>
            <a:endParaRPr lang="en-GB"/>
          </a:p>
          <a:p>
            <a:r>
              <a:rPr lang="en-US"/>
              <a:t>JavaScript</a:t>
            </a:r>
            <a:endParaRPr lang="en-GB"/>
          </a:p>
          <a:p>
            <a:r>
              <a:rPr lang="en-US"/>
              <a:t>✅ Dark Mode Toggle – Switch between light/</a:t>
            </a:r>
            <a:endParaRPr lang="en-GB"/>
          </a:p>
          <a:p>
            <a:r>
              <a:rPr lang="en-US"/>
              <a:t>dark themes</a:t>
            </a:r>
            <a:endParaRPr lang="en-GB"/>
          </a:p>
          <a:p>
            <a:r>
              <a:rPr lang="en-US"/>
              <a:t>✅ Form Validation – Ensures proper input in </a:t>
            </a:r>
            <a:endParaRPr lang="en-GB"/>
          </a:p>
          <a:p>
            <a:r>
              <a:rPr lang="en-US"/>
              <a:t>contact form</a:t>
            </a:r>
            <a:endParaRPr lang="en-GB"/>
          </a:p>
          <a:p>
            <a:r>
              <a:rPr lang="en-US"/>
              <a:t>✅ Image Slideshow – Displays project </a:t>
            </a:r>
            <a:endParaRPr lang="en-GB"/>
          </a:p>
          <a:p>
            <a:r>
              <a:rPr lang="en-US"/>
              <a:t>Screenshots</a:t>
            </a:r>
            <a:endParaRPr lang="en-GB"/>
          </a:p>
          <a:p>
            <a:r>
              <a:rPr lang="en-US"/>
              <a:t>✅ Smooth Navigation – Scrolls smoothly to </a:t>
            </a:r>
            <a:endParaRPr lang="en-GB"/>
          </a:p>
          <a:p>
            <a:r>
              <a:rPr lang="en-US"/>
              <a:t>each section</a:t>
            </a:r>
            <a:endParaRPr lang="en-GB"/>
          </a:p>
          <a:p>
            <a:r>
              <a:rPr lang="en-US"/>
              <a:t>✅ GitHub Integration – Direct link to source</a:t>
            </a:r>
            <a:endParaRPr lang="en-GB"/>
          </a:p>
          <a:p>
            <a:r>
              <a:rPr lang="en-US"/>
              <a:t> code</a:t>
            </a:r>
          </a:p>
        </p:txBody>
      </p:sp>
    </p:spTree>
    <p:extLst>
      <p:ext uri="{BB962C8B-B14F-4D97-AF65-F5344CB8AC3E}">
        <p14:creationId xmlns:p14="http://schemas.microsoft.com/office/powerpoint/2010/main" val="2720660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8480425" cy="670696"/>
          </a:xfrm>
          <a:prstGeom prst="rect">
            <a:avLst/>
          </a:prstGeom>
        </p:spPr>
        <p:txBody>
          <a:bodyPr vert="horz" wrap="square" lIns="0" tIns="16510" rIns="0" bIns="0" rtlCol="0">
            <a:spAutoFit/>
          </a:bodyPr>
          <a:lstStyle/>
          <a:p>
            <a:pPr marL="12700">
              <a:lnSpc>
                <a:spcPct val="100000"/>
              </a:lnSpc>
              <a:spcBef>
                <a:spcPts val="130"/>
              </a:spcBef>
            </a:pPr>
            <a:r>
              <a:rPr lang="en-IN" sz="4250" spc="15" dirty="0"/>
              <a:t>RESULTS AND SCREENSHOTS</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10</a:t>
            </a:fld>
            <a:endParaRPr sz="1100">
              <a:latin typeface="Trebuchet MS"/>
              <a:cs typeface="Trebuchet MS"/>
            </a:endParaRPr>
          </a:p>
        </p:txBody>
      </p:sp>
      <p:sp>
        <p:nvSpPr>
          <p:cNvPr id="9" name="TextBox 8">
            <a:extLst>
              <a:ext uri="{FF2B5EF4-FFF2-40B4-BE49-F238E27FC236}">
                <a16:creationId xmlns:a16="http://schemas.microsoft.com/office/drawing/2014/main" id="{FAD9CEB2-36E1-0550-426B-2FAF97882044}"/>
              </a:ext>
            </a:extLst>
          </p:cNvPr>
          <p:cNvSpPr txBox="1"/>
          <p:nvPr/>
        </p:nvSpPr>
        <p:spPr>
          <a:xfrm>
            <a:off x="2743200" y="2354703"/>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A41F7D0-A2A3-983F-9B39-451BCA267F62}"/>
              </a:ext>
            </a:extLst>
          </p:cNvPr>
          <p:cNvSpPr txBox="1"/>
          <p:nvPr/>
        </p:nvSpPr>
        <p:spPr>
          <a:xfrm>
            <a:off x="1961029" y="2019300"/>
            <a:ext cx="7199780" cy="1200329"/>
          </a:xfrm>
          <a:prstGeom prst="rect">
            <a:avLst/>
          </a:prstGeom>
          <a:noFill/>
        </p:spPr>
        <p:txBody>
          <a:bodyPr wrap="square">
            <a:spAutoFit/>
          </a:bodyPr>
          <a:lstStyle/>
          <a:p>
            <a:r>
              <a:rPr lang="en-US"/>
              <a:t>Successfully created a fully responsive portfolio website using HTML, CSS, and JavaScript.Interactive UI features improved user experience.Website was deployed on GitHub Pages for public access.(Here you can add screenshots of Home Page, About Page, Projects Page, Contact Page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F450B-AD35-4E55-4DDF-13F9CD86E5B5}"/>
              </a:ext>
            </a:extLst>
          </p:cNvPr>
          <p:cNvSpPr>
            <a:spLocks noGrp="1"/>
          </p:cNvSpPr>
          <p:nvPr>
            <p:ph type="title"/>
          </p:nvPr>
        </p:nvSpPr>
        <p:spPr/>
        <p:txBody>
          <a:bodyPr/>
          <a:lstStyle/>
          <a:p>
            <a:r>
              <a:rPr lang="en-GB" dirty="0"/>
              <a:t>BEFORE:</a:t>
            </a:r>
            <a:endParaRPr lang="en-US" dirty="0"/>
          </a:p>
        </p:txBody>
      </p:sp>
      <p:pic>
        <p:nvPicPr>
          <p:cNvPr id="3" name="Picture 2">
            <a:extLst>
              <a:ext uri="{FF2B5EF4-FFF2-40B4-BE49-F238E27FC236}">
                <a16:creationId xmlns:a16="http://schemas.microsoft.com/office/drawing/2014/main" id="{FE3D8380-7758-C1E0-3B9F-577DBEFCCD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3882" y="1192193"/>
            <a:ext cx="2763060" cy="5418667"/>
          </a:xfrm>
          <a:prstGeom prst="rect">
            <a:avLst/>
          </a:prstGeom>
        </p:spPr>
      </p:pic>
    </p:spTree>
    <p:extLst>
      <p:ext uri="{BB962C8B-B14F-4D97-AF65-F5344CB8AC3E}">
        <p14:creationId xmlns:p14="http://schemas.microsoft.com/office/powerpoint/2010/main" val="2027528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1CDBE-8DD9-3748-FCA3-92B1E59A476D}"/>
              </a:ext>
            </a:extLst>
          </p:cNvPr>
          <p:cNvSpPr>
            <a:spLocks noGrp="1"/>
          </p:cNvSpPr>
          <p:nvPr>
            <p:ph type="title"/>
          </p:nvPr>
        </p:nvSpPr>
        <p:spPr/>
        <p:txBody>
          <a:bodyPr/>
          <a:lstStyle/>
          <a:p>
            <a:r>
              <a:rPr lang="en-GB" dirty="0"/>
              <a:t>AFTER:</a:t>
            </a:r>
            <a:endParaRPr lang="en-US" dirty="0"/>
          </a:p>
        </p:txBody>
      </p:sp>
      <p:pic>
        <p:nvPicPr>
          <p:cNvPr id="3" name="Picture 2">
            <a:extLst>
              <a:ext uri="{FF2B5EF4-FFF2-40B4-BE49-F238E27FC236}">
                <a16:creationId xmlns:a16="http://schemas.microsoft.com/office/drawing/2014/main" id="{9D395CA5-50DF-DA4D-523A-362A651FA9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2939" y="1143634"/>
            <a:ext cx="2763060" cy="5418667"/>
          </a:xfrm>
          <a:prstGeom prst="rect">
            <a:avLst/>
          </a:prstGeom>
        </p:spPr>
      </p:pic>
    </p:spTree>
    <p:extLst>
      <p:ext uri="{BB962C8B-B14F-4D97-AF65-F5344CB8AC3E}">
        <p14:creationId xmlns:p14="http://schemas.microsoft.com/office/powerpoint/2010/main" val="2254654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4578668" cy="752129"/>
          </a:xfrm>
          <a:prstGeom prst="rect">
            <a:avLst/>
          </a:prstGeom>
        </p:spPr>
        <p:txBody>
          <a:bodyPr vert="horz" wrap="square" lIns="0" tIns="13335" rIns="0" bIns="0" rtlCol="0">
            <a:spAutoFit/>
          </a:bodyPr>
          <a:lstStyle/>
          <a:p>
            <a:pPr marL="12700">
              <a:lnSpc>
                <a:spcPct val="100000"/>
              </a:lnSpc>
              <a:spcBef>
                <a:spcPts val="105"/>
              </a:spcBef>
            </a:pPr>
            <a:r>
              <a:rPr lang="en-IN" dirty="0"/>
              <a:t>CONCLUSION</a:t>
            </a:r>
            <a:endParaRPr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13</a:t>
            </a:fld>
            <a:endParaRPr sz="1100">
              <a:latin typeface="Trebuchet MS"/>
              <a:cs typeface="Trebuchet MS"/>
            </a:endParaRPr>
          </a:p>
        </p:txBody>
      </p:sp>
      <p:sp>
        <p:nvSpPr>
          <p:cNvPr id="8" name="TextBox 7">
            <a:extLst>
              <a:ext uri="{FF2B5EF4-FFF2-40B4-BE49-F238E27FC236}">
                <a16:creationId xmlns:a16="http://schemas.microsoft.com/office/drawing/2014/main" id="{48662CD7-D966-82A2-FC1F-E35C914D5DAC}"/>
              </a:ext>
            </a:extLst>
          </p:cNvPr>
          <p:cNvSpPr txBox="1"/>
          <p:nvPr/>
        </p:nvSpPr>
        <p:spPr>
          <a:xfrm>
            <a:off x="168088" y="1512794"/>
            <a:ext cx="8992721" cy="1200329"/>
          </a:xfrm>
          <a:prstGeom prst="rect">
            <a:avLst/>
          </a:prstGeom>
          <a:noFill/>
        </p:spPr>
        <p:txBody>
          <a:bodyPr wrap="square">
            <a:spAutoFit/>
          </a:bodyPr>
          <a:lstStyle/>
          <a:p>
            <a:r>
              <a:rPr lang="en-US"/>
              <a:t>The Digital Portfolio Website effectively demonstrates how a student’s academic and technical details can be showcased online in an interactive manner.By using JavaScript, the website becomes dynamic and user-friendly.This project enhances skills in frontend development (HTML, CSS, JavaScript) and serves as a foundation for advanced projects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336</TotalTime>
  <Words>87</Words>
  <Application>Microsoft Office PowerPoint</Application>
  <PresentationFormat>Widescreen</PresentationFormat>
  <Paragraphs>39</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Digital Portfolio  </vt:lpstr>
      <vt:lpstr>PowerPoint Presentation</vt:lpstr>
      <vt:lpstr>AGENDA</vt:lpstr>
      <vt:lpstr>PROBLEM STATEMENT</vt:lpstr>
      <vt:lpstr>PROJECT OVERVIEW</vt:lpstr>
      <vt:lpstr>WHO ARE THE END USERS?</vt:lpstr>
      <vt:lpstr>TOOLS AND TECHNIQUES</vt:lpstr>
      <vt:lpstr>PowerPoint Presentation</vt:lpstr>
      <vt:lpstr>FEATURES AND FUNCTIONALITY</vt:lpstr>
      <vt:lpstr>RESULTS AND SCREENSHOTS</vt:lpstr>
      <vt:lpstr>BEFORE:</vt:lpstr>
      <vt:lpstr>AFTER:</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  </dc:title>
  <dc:creator>Konduru Narasimha</dc:creator>
  <cp:lastModifiedBy>ANBAZHAGAN S</cp:lastModifiedBy>
  <cp:revision>27</cp:revision>
  <dcterms:created xsi:type="dcterms:W3CDTF">2024-03-29T15:07:22Z</dcterms:created>
  <dcterms:modified xsi:type="dcterms:W3CDTF">2025-09-19T05:09:08Z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